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742" y="502920"/>
            <a:ext cx="8351902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FFFFFF"/>
                </a:solidFill>
              </a:rPr>
              <a:t>AI‑Powered Personal Skill‑Building </a:t>
            </a:r>
            <a:endParaRPr lang="en-US" sz="4400" b="1" dirty="0">
              <a:solidFill>
                <a:srgbClr val="FFFFFF"/>
              </a:solidFill>
            </a:endParaRPr>
          </a:p>
          <a:p>
            <a:r>
              <a:rPr sz="4400" b="1" dirty="0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>
                <a:solidFill>
                  <a:srgbClr val="B4B4B4"/>
                </a:solidFill>
              </a:rPr>
              <a:t>Smart planning for self‑learners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77992" y="3766008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dirty="0"/>
              <a:t>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Problem in Self‑Directed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CDCDC"/>
                </a:solidFill>
              </a:rPr>
              <a:t>Many learners start online courses but never finish them.</a:t>
            </a:r>
          </a:p>
          <a:p>
            <a:r>
              <a:rPr sz="2400">
                <a:solidFill>
                  <a:srgbClr val="DCDCDC"/>
                </a:solidFill>
              </a:rPr>
              <a:t>Learning platforms give content but not structured guidance.</a:t>
            </a:r>
          </a:p>
          <a:p>
            <a:r>
              <a:rPr sz="2400">
                <a:solidFill>
                  <a:srgbClr val="DCDCDC"/>
                </a:solidFill>
              </a:rPr>
              <a:t>Learners often lose motivation and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3535052"/>
            <a:ext cx="19975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dirty="0"/>
              <a:t>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Key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CDCDC"/>
                </a:solidFill>
              </a:rPr>
              <a:t>No clear learning roadmap from beginner to advanced.</a:t>
            </a:r>
          </a:p>
          <a:p>
            <a:r>
              <a:rPr sz="2400">
                <a:solidFill>
                  <a:srgbClr val="DCDCDC"/>
                </a:solidFill>
              </a:rPr>
              <a:t>Lack of accountability and study discipline.</a:t>
            </a:r>
          </a:p>
          <a:p>
            <a:r>
              <a:rPr sz="2400">
                <a:solidFill>
                  <a:srgbClr val="DCDCDC"/>
                </a:solidFill>
              </a:rPr>
              <a:t>Inconsistent study schedules.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115559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dirty="0"/>
              <a:t>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CDCDC"/>
                </a:solidFill>
              </a:rPr>
              <a:t>Skill development is critical for modern careers.</a:t>
            </a:r>
          </a:p>
          <a:p>
            <a:r>
              <a:rPr sz="2400">
                <a:solidFill>
                  <a:srgbClr val="DCDCDC"/>
                </a:solidFill>
              </a:rPr>
              <a:t>Industries require continuous learning.</a:t>
            </a:r>
          </a:p>
          <a:p>
            <a:r>
              <a:rPr sz="2400">
                <a:solidFill>
                  <a:srgbClr val="DCDCDC"/>
                </a:solidFill>
              </a:rPr>
              <a:t>Smart systems can guide learners efficiently.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2860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/>
              <a:t>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CDCDC"/>
                </a:solidFill>
              </a:rPr>
              <a:t>AI generates personalized learning plans.</a:t>
            </a:r>
          </a:p>
          <a:p>
            <a:r>
              <a:rPr sz="2400">
                <a:solidFill>
                  <a:srgbClr val="DCDCDC"/>
                </a:solidFill>
              </a:rPr>
              <a:t>Smart scheduling keeps learners consistent.</a:t>
            </a:r>
          </a:p>
          <a:p>
            <a:r>
              <a:rPr sz="2400">
                <a:solidFill>
                  <a:srgbClr val="DCDCDC"/>
                </a:solidFill>
              </a:rPr>
              <a:t>Progress tracking improves completion rates.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2860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/>
              <a:t>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2026-03-14T08:27:30Z</dcterms:modified>
  <cp:category/>
</cp:coreProperties>
</file>